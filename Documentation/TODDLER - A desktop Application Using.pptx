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71" d="100"/>
          <a:sy n="71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0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85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9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5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1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1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97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32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6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9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10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C6CF2-F2BF-4E56-9B1E-D843BCFB4013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C949E-D1C2-4285-8947-C1F7F8F17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3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8764" y="341457"/>
            <a:ext cx="11194472" cy="3260581"/>
          </a:xfrm>
        </p:spPr>
        <p:txBody>
          <a:bodyPr numCol="1" anchor="ctr"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TODDLER - A desktop Application Using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17674"/>
            <a:ext cx="9144000" cy="1655762"/>
          </a:xfrm>
        </p:spPr>
        <p:txBody>
          <a:bodyPr anchor="t">
            <a:normAutofit/>
          </a:bodyPr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					    By the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</a:p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Tamil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Selvan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.P	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YUVASRI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Thanigai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.S</a:t>
            </a:r>
          </a:p>
        </p:txBody>
      </p:sp>
    </p:spTree>
    <p:extLst>
      <p:ext uri="{BB962C8B-B14F-4D97-AF65-F5344CB8AC3E}">
        <p14:creationId xmlns:p14="http://schemas.microsoft.com/office/powerpoint/2010/main" val="230924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1262063" indent="-457200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Drawback of Existing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1262063" indent="-457200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of Proposed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 </a:t>
            </a:r>
          </a:p>
          <a:p>
            <a:pPr marL="1262063" indent="-457200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 </a:t>
            </a:r>
          </a:p>
          <a:p>
            <a:pPr marL="1262063" indent="-457200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08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501" y="1433015"/>
            <a:ext cx="11190027" cy="4812187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aimed at developing a software useful for student below 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grade.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TODDLER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is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VB.Net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that can be accessed throughout the students.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software is useful to learn information quickly about natural items like fruits, vegetables, animals and birds.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is mainly developed for children usage and developed in a manner that is easily manageable, time saving and relieving one from manual works.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Nowadays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 have lots of interest in computers, so this is a good way to study.</a:t>
            </a:r>
          </a:p>
        </p:txBody>
      </p:sp>
    </p:spTree>
    <p:extLst>
      <p:ext uri="{BB962C8B-B14F-4D97-AF65-F5344CB8AC3E}">
        <p14:creationId xmlns:p14="http://schemas.microsoft.com/office/powerpoint/2010/main" val="666806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existing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manual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only.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teaching is not only teach by the Teachers also teach by the parents.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them have a chart or a board with picture, they teach by using that.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else student have see the picture in their books and study.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724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DRAWBACK OF EXISTING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chart or the board is lost the teaching stop suddenly.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this process students have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booring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study on that particular thing.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this way teaching is not understand by same student.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any uneducated parent child or not go through then in their home.</a:t>
            </a:r>
          </a:p>
        </p:txBody>
      </p:sp>
    </p:spTree>
    <p:extLst>
      <p:ext uri="{BB962C8B-B14F-4D97-AF65-F5344CB8AC3E}">
        <p14:creationId xmlns:p14="http://schemas.microsoft.com/office/powerpoint/2010/main" val="1707087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been developed to a desktop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drawback which are faced in the existing system is overcame by using the proposed system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which is proposed now computerized all the details that are maintained manually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this proposed system the teaching is completely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diffrenent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ordinary process.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have some excitement to learn.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38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OF PROPOSED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Reduced manual effort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the process has done by no time 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need of paper, board, any of chart works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Children have a new experience on the learning process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schools have a smart class to study, so this type process is going well.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this type of learning  student have better viewpoint 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039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SPECIFICATION: 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		::	Windows 11	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			::	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VB.Net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Software	::	Visual Studio 2010</a:t>
            </a:r>
          </a:p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::	MS Access</a:t>
            </a: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98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SPECIFICATION: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			::	AMD PRO A4-4350B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Ram			::	4 GB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		::	500 GB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			::	14 inch LCD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Mouse			::	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Zoook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gaming BLADE mouse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440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211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864" y="5539"/>
            <a:ext cx="10515600" cy="1325563"/>
          </a:xfrm>
        </p:spPr>
        <p:txBody>
          <a:bodyPr/>
          <a:lstStyle/>
          <a:p>
            <a:pPr algn="ctr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62221" y="1110775"/>
            <a:ext cx="1422400" cy="103051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Admin/</a:t>
            </a:r>
          </a:p>
          <a:p>
            <a:pPr algn="ctr"/>
            <a:r>
              <a:rPr lang="en-IN" dirty="0" smtClean="0"/>
              <a:t>User</a:t>
            </a:r>
          </a:p>
        </p:txBody>
      </p:sp>
      <p:sp>
        <p:nvSpPr>
          <p:cNvPr id="11" name="Oval 10"/>
          <p:cNvSpPr/>
          <p:nvPr/>
        </p:nvSpPr>
        <p:spPr>
          <a:xfrm>
            <a:off x="4218069" y="2088430"/>
            <a:ext cx="1816300" cy="112643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Dashboard</a:t>
            </a:r>
            <a:endParaRPr lang="en-IN" dirty="0"/>
          </a:p>
        </p:txBody>
      </p:sp>
      <p:sp>
        <p:nvSpPr>
          <p:cNvPr id="12" name="Oval 11"/>
          <p:cNvSpPr/>
          <p:nvPr/>
        </p:nvSpPr>
        <p:spPr>
          <a:xfrm>
            <a:off x="4448045" y="4088853"/>
            <a:ext cx="1950770" cy="1124305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Learn</a:t>
            </a:r>
            <a:endParaRPr lang="en-IN" dirty="0"/>
          </a:p>
        </p:txBody>
      </p:sp>
      <p:cxnSp>
        <p:nvCxnSpPr>
          <p:cNvPr id="7" name="Straight Arrow Connector 6"/>
          <p:cNvCxnSpPr>
            <a:stCxn id="10" idx="3"/>
            <a:endCxn id="11" idx="1"/>
          </p:cNvCxnSpPr>
          <p:nvPr/>
        </p:nvCxnSpPr>
        <p:spPr>
          <a:xfrm>
            <a:off x="2784621" y="1626032"/>
            <a:ext cx="1699439" cy="6273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4"/>
            <a:endCxn id="20" idx="7"/>
          </p:cNvCxnSpPr>
          <p:nvPr/>
        </p:nvCxnSpPr>
        <p:spPr>
          <a:xfrm flipH="1">
            <a:off x="2298240" y="3214864"/>
            <a:ext cx="2827979" cy="6618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1230189">
            <a:off x="2991462" y="1613767"/>
            <a:ext cx="1273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Open the </a:t>
            </a:r>
          </a:p>
          <a:p>
            <a:r>
              <a:rPr lang="en-IN" dirty="0" smtClean="0"/>
              <a:t>application</a:t>
            </a:r>
          </a:p>
        </p:txBody>
      </p:sp>
      <p:sp>
        <p:nvSpPr>
          <p:cNvPr id="42" name="TextBox 41"/>
          <p:cNvSpPr txBox="1"/>
          <p:nvPr/>
        </p:nvSpPr>
        <p:spPr>
          <a:xfrm rot="20279367">
            <a:off x="6429659" y="2949395"/>
            <a:ext cx="178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Data Request  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 rot="20731468">
            <a:off x="3064964" y="3193548"/>
            <a:ext cx="1434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Click the </a:t>
            </a:r>
            <a:r>
              <a:rPr lang="en-IN" dirty="0" smtClean="0"/>
              <a:t>edit button </a:t>
            </a:r>
            <a:endParaRPr lang="en-IN" dirty="0" smtClean="0"/>
          </a:p>
        </p:txBody>
      </p:sp>
      <p:sp>
        <p:nvSpPr>
          <p:cNvPr id="31" name="Can 30"/>
          <p:cNvSpPr/>
          <p:nvPr/>
        </p:nvSpPr>
        <p:spPr>
          <a:xfrm>
            <a:off x="9261347" y="1747858"/>
            <a:ext cx="877736" cy="1511784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toddler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12" idx="0"/>
          </p:cNvCxnSpPr>
          <p:nvPr/>
        </p:nvCxnSpPr>
        <p:spPr>
          <a:xfrm flipV="1">
            <a:off x="5423430" y="2503750"/>
            <a:ext cx="3822089" cy="1585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1" idx="2"/>
          </p:cNvCxnSpPr>
          <p:nvPr/>
        </p:nvCxnSpPr>
        <p:spPr>
          <a:xfrm flipH="1">
            <a:off x="6255973" y="2503750"/>
            <a:ext cx="3005374" cy="1850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 rot="19679881">
            <a:off x="6896001" y="3364955"/>
            <a:ext cx="178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Data </a:t>
            </a:r>
            <a:r>
              <a:rPr lang="en-IN" dirty="0" err="1" smtClean="0"/>
              <a:t>Retriveing</a:t>
            </a:r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49" name="Rectangle 48"/>
          <p:cNvSpPr/>
          <p:nvPr/>
        </p:nvSpPr>
        <p:spPr>
          <a:xfrm>
            <a:off x="9261347" y="5043937"/>
            <a:ext cx="1422400" cy="103051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Admin/</a:t>
            </a:r>
          </a:p>
          <a:p>
            <a:pPr algn="ctr"/>
            <a:r>
              <a:rPr lang="en-IN" dirty="0" smtClean="0"/>
              <a:t>User</a:t>
            </a:r>
          </a:p>
        </p:txBody>
      </p:sp>
      <p:cxnSp>
        <p:nvCxnSpPr>
          <p:cNvPr id="51" name="Straight Arrow Connector 50"/>
          <p:cNvCxnSpPr>
            <a:stCxn id="12" idx="5"/>
            <a:endCxn id="49" idx="1"/>
          </p:cNvCxnSpPr>
          <p:nvPr/>
        </p:nvCxnSpPr>
        <p:spPr>
          <a:xfrm>
            <a:off x="6113131" y="5048507"/>
            <a:ext cx="3148216" cy="510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 rot="516490">
            <a:off x="6985758" y="5303502"/>
            <a:ext cx="195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Items information</a:t>
            </a:r>
            <a:endParaRPr lang="en-IN" dirty="0"/>
          </a:p>
        </p:txBody>
      </p:sp>
      <p:cxnSp>
        <p:nvCxnSpPr>
          <p:cNvPr id="58" name="Elbow Connector 57"/>
          <p:cNvCxnSpPr>
            <a:stCxn id="12" idx="6"/>
            <a:endCxn id="31" idx="3"/>
          </p:cNvCxnSpPr>
          <p:nvPr/>
        </p:nvCxnSpPr>
        <p:spPr>
          <a:xfrm flipV="1">
            <a:off x="6398815" y="3259642"/>
            <a:ext cx="3301400" cy="1391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555368" y="4325483"/>
            <a:ext cx="230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Data storing, deleting and altering</a:t>
            </a:r>
            <a:endParaRPr lang="en-IN" dirty="0"/>
          </a:p>
        </p:txBody>
      </p:sp>
      <p:sp>
        <p:nvSpPr>
          <p:cNvPr id="20" name="Oval 19"/>
          <p:cNvSpPr/>
          <p:nvPr/>
        </p:nvSpPr>
        <p:spPr>
          <a:xfrm>
            <a:off x="747931" y="3711714"/>
            <a:ext cx="1816300" cy="112643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Login </a:t>
            </a:r>
            <a:endParaRPr lang="en-IN" dirty="0"/>
          </a:p>
        </p:txBody>
      </p:sp>
      <p:cxnSp>
        <p:nvCxnSpPr>
          <p:cNvPr id="14" name="Straight Arrow Connector 13"/>
          <p:cNvCxnSpPr>
            <a:stCxn id="20" idx="5"/>
            <a:endCxn id="12" idx="2"/>
          </p:cNvCxnSpPr>
          <p:nvPr/>
        </p:nvCxnSpPr>
        <p:spPr>
          <a:xfrm flipV="1">
            <a:off x="2298240" y="4651006"/>
            <a:ext cx="2149805" cy="221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02509" y="4323004"/>
            <a:ext cx="2140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</a:t>
            </a:r>
            <a:r>
              <a:rPr lang="en-IN" dirty="0" smtClean="0"/>
              <a:t>nter correct data and  Click </a:t>
            </a:r>
            <a:r>
              <a:rPr lang="en-IN" dirty="0" smtClean="0"/>
              <a:t>the </a:t>
            </a:r>
            <a:r>
              <a:rPr lang="en-IN" dirty="0" smtClean="0"/>
              <a:t>login button 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63655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865" y="46542"/>
            <a:ext cx="10515600" cy="1325563"/>
          </a:xfrm>
        </p:spPr>
        <p:txBody>
          <a:bodyPr/>
          <a:lstStyle/>
          <a:p>
            <a:pPr algn="ctr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08430" y="1071675"/>
            <a:ext cx="1422400" cy="103051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Admin/</a:t>
            </a:r>
          </a:p>
          <a:p>
            <a:pPr algn="ctr"/>
            <a:r>
              <a:rPr lang="en-IN" dirty="0" smtClean="0"/>
              <a:t>User</a:t>
            </a:r>
            <a:endParaRPr lang="en-IN" dirty="0" smtClean="0"/>
          </a:p>
        </p:txBody>
      </p:sp>
      <p:sp>
        <p:nvSpPr>
          <p:cNvPr id="11" name="Oval 10"/>
          <p:cNvSpPr/>
          <p:nvPr/>
        </p:nvSpPr>
        <p:spPr>
          <a:xfrm>
            <a:off x="4164278" y="2049330"/>
            <a:ext cx="1816300" cy="1126434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Dashboard</a:t>
            </a:r>
            <a:endParaRPr lang="en-IN" dirty="0"/>
          </a:p>
        </p:txBody>
      </p:sp>
      <p:sp>
        <p:nvSpPr>
          <p:cNvPr id="12" name="Oval 11"/>
          <p:cNvSpPr/>
          <p:nvPr/>
        </p:nvSpPr>
        <p:spPr>
          <a:xfrm>
            <a:off x="4409687" y="4027160"/>
            <a:ext cx="1950770" cy="1124305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</a:t>
            </a:r>
            <a:r>
              <a:rPr lang="en-IN" dirty="0" smtClean="0"/>
              <a:t>earn</a:t>
            </a:r>
            <a:endParaRPr lang="en-IN" dirty="0"/>
          </a:p>
        </p:txBody>
      </p:sp>
      <p:cxnSp>
        <p:nvCxnSpPr>
          <p:cNvPr id="7" name="Straight Arrow Connector 6"/>
          <p:cNvCxnSpPr>
            <a:stCxn id="10" idx="3"/>
            <a:endCxn id="11" idx="1"/>
          </p:cNvCxnSpPr>
          <p:nvPr/>
        </p:nvCxnSpPr>
        <p:spPr>
          <a:xfrm>
            <a:off x="2730830" y="1586932"/>
            <a:ext cx="1699439" cy="6273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4"/>
            <a:endCxn id="12" idx="0"/>
          </p:cNvCxnSpPr>
          <p:nvPr/>
        </p:nvCxnSpPr>
        <p:spPr>
          <a:xfrm>
            <a:off x="5072428" y="3175764"/>
            <a:ext cx="312644" cy="8513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1230189">
            <a:off x="2937671" y="1574667"/>
            <a:ext cx="1273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Open the </a:t>
            </a:r>
          </a:p>
          <a:p>
            <a:r>
              <a:rPr lang="en-IN" dirty="0" smtClean="0"/>
              <a:t>application</a:t>
            </a:r>
          </a:p>
        </p:txBody>
      </p:sp>
      <p:sp>
        <p:nvSpPr>
          <p:cNvPr id="42" name="TextBox 41"/>
          <p:cNvSpPr txBox="1"/>
          <p:nvPr/>
        </p:nvSpPr>
        <p:spPr>
          <a:xfrm rot="19817247">
            <a:off x="6889182" y="2883966"/>
            <a:ext cx="178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Data Request  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 rot="20529327">
            <a:off x="4642697" y="3210860"/>
            <a:ext cx="1367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Click  the   </a:t>
            </a:r>
            <a:r>
              <a:rPr lang="en-IN" dirty="0" smtClean="0"/>
              <a:t>learn button </a:t>
            </a:r>
            <a:endParaRPr lang="en-IN" dirty="0" smtClean="0"/>
          </a:p>
        </p:txBody>
      </p:sp>
      <p:sp>
        <p:nvSpPr>
          <p:cNvPr id="31" name="Can 30"/>
          <p:cNvSpPr/>
          <p:nvPr/>
        </p:nvSpPr>
        <p:spPr>
          <a:xfrm>
            <a:off x="9207556" y="1708758"/>
            <a:ext cx="877736" cy="1511784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toddler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12" idx="7"/>
            <a:endCxn id="31" idx="2"/>
          </p:cNvCxnSpPr>
          <p:nvPr/>
        </p:nvCxnSpPr>
        <p:spPr>
          <a:xfrm flipV="1">
            <a:off x="6074773" y="2464650"/>
            <a:ext cx="3132783" cy="17271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1" idx="2"/>
            <a:endCxn id="12" idx="6"/>
          </p:cNvCxnSpPr>
          <p:nvPr/>
        </p:nvCxnSpPr>
        <p:spPr>
          <a:xfrm flipH="1">
            <a:off x="6360457" y="2464650"/>
            <a:ext cx="2847099" cy="21246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 rot="19409866">
            <a:off x="7150738" y="3301175"/>
            <a:ext cx="178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Data </a:t>
            </a:r>
            <a:r>
              <a:rPr lang="en-IN" dirty="0" err="1" smtClean="0"/>
              <a:t>Retriveing</a:t>
            </a:r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49" name="Rectangle 48"/>
          <p:cNvSpPr/>
          <p:nvPr/>
        </p:nvSpPr>
        <p:spPr>
          <a:xfrm>
            <a:off x="9207556" y="4667724"/>
            <a:ext cx="1422400" cy="103051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Admin/</a:t>
            </a:r>
          </a:p>
          <a:p>
            <a:pPr algn="ctr"/>
            <a:r>
              <a:rPr lang="en-IN" dirty="0" smtClean="0"/>
              <a:t>User</a:t>
            </a:r>
            <a:endParaRPr lang="en-IN" dirty="0" smtClean="0"/>
          </a:p>
          <a:p>
            <a:pPr algn="ctr"/>
            <a:endParaRPr lang="en-IN" dirty="0" smtClean="0"/>
          </a:p>
        </p:txBody>
      </p:sp>
      <p:cxnSp>
        <p:nvCxnSpPr>
          <p:cNvPr id="51" name="Straight Arrow Connector 50"/>
          <p:cNvCxnSpPr>
            <a:stCxn id="12" idx="5"/>
            <a:endCxn id="49" idx="1"/>
          </p:cNvCxnSpPr>
          <p:nvPr/>
        </p:nvCxnSpPr>
        <p:spPr>
          <a:xfrm>
            <a:off x="6074773" y="4986814"/>
            <a:ext cx="3132783" cy="1961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 rot="238047">
            <a:off x="6968536" y="4763036"/>
            <a:ext cx="195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Items information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05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2903</TotalTime>
  <Words>440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TODDLER - A desktop Application Using .Net </vt:lpstr>
      <vt:lpstr>INDEX</vt:lpstr>
      <vt:lpstr>ABSTRACT</vt:lpstr>
      <vt:lpstr>EXISTING SYSTEM</vt:lpstr>
      <vt:lpstr>DRAWBACK OF EXISTING SYSTEM</vt:lpstr>
      <vt:lpstr>PROPOSED SYSTEM</vt:lpstr>
      <vt:lpstr>ADVANTAGE OF PROPOSED SYSTEM</vt:lpstr>
      <vt:lpstr>SYSTEM SPECIFICATION </vt:lpstr>
      <vt:lpstr>SYSTEM SPECIFICATION </vt:lpstr>
      <vt:lpstr>PowerPoint Presentation</vt:lpstr>
      <vt:lpstr>DFD</vt:lpstr>
      <vt:lpstr>DFD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TODDLER - A desktop Application Using .Net</dc:title>
  <dc:creator>Microsoft account</dc:creator>
  <cp:lastModifiedBy>Microsoft account</cp:lastModifiedBy>
  <cp:revision>14</cp:revision>
  <dcterms:created xsi:type="dcterms:W3CDTF">2023-02-15T03:03:19Z</dcterms:created>
  <dcterms:modified xsi:type="dcterms:W3CDTF">2023-02-20T05:44:28Z</dcterms:modified>
</cp:coreProperties>
</file>